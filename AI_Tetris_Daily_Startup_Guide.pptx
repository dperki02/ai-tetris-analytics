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8"/>
  </p:normalViewPr>
  <p:slideViewPr>
    <p:cSldViewPr snapToGrid="0" snapToObjects="1">
      <p:cViewPr varScale="1">
        <p:scale>
          <a:sx n="114" d="100"/>
          <a:sy n="114" d="100"/>
        </p:scale>
        <p:origin x="20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Tetris Project — Daily Setup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Quick Reference: How to Start Fresh Each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Open a New Terminal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Press CMD + Space → type 'Terminal' → Enter.</a:t>
            </a:r>
          </a:p>
          <a:p>
            <a:pPr>
              <a:defRPr sz="2200"/>
            </a:pPr>
            <a:r>
              <a:t>OR: Terminal → New Window.</a:t>
            </a:r>
          </a:p>
          <a:p>
            <a:pPr>
              <a:defRPr sz="2200"/>
            </a:pPr>
            <a:r>
              <a:t>A fresh prompt appears: dana-paulette@MacBook-Pro-33 ~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Activate Your Conda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/>
            </a:pPr>
            <a:r>
              <a:rPr dirty="0"/>
              <a:t>Run this command:</a:t>
            </a:r>
          </a:p>
          <a:p>
            <a:pPr>
              <a:defRPr sz="2200"/>
            </a:pPr>
            <a:r>
              <a:rPr dirty="0"/>
              <a:t>    </a:t>
            </a:r>
            <a:r>
              <a:rPr dirty="0" err="1"/>
              <a:t>conda</a:t>
            </a:r>
            <a:r>
              <a:rPr dirty="0"/>
              <a:t> activate py310</a:t>
            </a:r>
          </a:p>
          <a:p>
            <a:pPr>
              <a:defRPr sz="2200"/>
            </a:pPr>
            <a:r>
              <a:rPr dirty="0"/>
              <a:t>You should see: (py310) at the start of your prompt.</a:t>
            </a:r>
          </a:p>
          <a:p>
            <a:pPr>
              <a:defRPr sz="2200"/>
            </a:pPr>
            <a:r>
              <a:rPr dirty="0"/>
              <a:t>This loads Python + all AI Tetris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 to the AI Tetris Project 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/>
            </a:pPr>
            <a:r>
              <a:rPr dirty="0"/>
              <a:t>Run:</a:t>
            </a:r>
          </a:p>
          <a:p>
            <a:pPr>
              <a:defRPr sz="2200"/>
            </a:pPr>
            <a:r>
              <a:rPr dirty="0"/>
              <a:t>    cd ~/Documents/Python/</a:t>
            </a:r>
            <a:r>
              <a:rPr dirty="0" err="1"/>
              <a:t>ai_tetris_project</a:t>
            </a:r>
            <a:endParaRPr dirty="0"/>
          </a:p>
          <a:p>
            <a:pPr>
              <a:defRPr sz="2200"/>
            </a:pPr>
            <a:r>
              <a:rPr dirty="0"/>
              <a:t>Verify location using:</a:t>
            </a:r>
          </a:p>
          <a:p>
            <a:pPr>
              <a:defRPr sz="2200"/>
            </a:pPr>
            <a:r>
              <a:rPr dirty="0"/>
              <a:t>    </a:t>
            </a:r>
            <a:r>
              <a:rPr dirty="0" err="1"/>
              <a:t>pwd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Launch Spyder FROM py310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Run:</a:t>
            </a:r>
          </a:p>
          <a:p>
            <a:pPr>
              <a:defRPr sz="2200"/>
            </a:pPr>
            <a:r>
              <a:t>    spyder</a:t>
            </a:r>
          </a:p>
          <a:p>
            <a:pPr>
              <a:defRPr sz="2200"/>
            </a:pPr>
            <a:r>
              <a:t>Leave this terminal open — Spyder depends on it.</a:t>
            </a:r>
          </a:p>
          <a:p>
            <a:pPr>
              <a:defRPr sz="2200"/>
            </a:pPr>
            <a:r>
              <a:t>This ensures Spyder uses py310 interpreter + packages.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Confirm Spyder Uses py310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/>
            </a:pPr>
            <a:r>
              <a:rPr dirty="0"/>
              <a:t>In Spyder → </a:t>
            </a:r>
            <a:r>
              <a:rPr dirty="0" err="1"/>
              <a:t>IPython</a:t>
            </a:r>
            <a:r>
              <a:rPr dirty="0"/>
              <a:t> Console:</a:t>
            </a:r>
          </a:p>
          <a:p>
            <a:pPr>
              <a:defRPr sz="2200"/>
            </a:pPr>
            <a:r>
              <a:rPr dirty="0"/>
              <a:t>    import sys</a:t>
            </a:r>
          </a:p>
          <a:p>
            <a:pPr>
              <a:defRPr sz="2200"/>
            </a:pPr>
            <a:r>
              <a:rPr dirty="0"/>
              <a:t>    print(</a:t>
            </a:r>
            <a:r>
              <a:rPr dirty="0" err="1"/>
              <a:t>sys.executable</a:t>
            </a:r>
            <a:r>
              <a:rPr dirty="0"/>
              <a:t>)</a:t>
            </a:r>
          </a:p>
          <a:p>
            <a:pPr>
              <a:defRPr sz="2200"/>
            </a:pPr>
            <a:r>
              <a:rPr dirty="0"/>
              <a:t>Expected result:</a:t>
            </a:r>
          </a:p>
          <a:p>
            <a:pPr>
              <a:defRPr sz="2200"/>
            </a:pPr>
            <a:r>
              <a:rPr dirty="0"/>
              <a:t>/opt/miniconda3/</a:t>
            </a:r>
            <a:r>
              <a:rPr dirty="0" err="1"/>
              <a:t>envs</a:t>
            </a:r>
            <a:r>
              <a:rPr dirty="0"/>
              <a:t>/py310/bin/python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Run the Tetris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Open tetris_game.py in Spyder.</a:t>
            </a:r>
          </a:p>
          <a:p>
            <a:pPr>
              <a:defRPr sz="2200"/>
            </a:pPr>
            <a:r>
              <a:t>Press F5 (make sure nothing is highlighted).</a:t>
            </a:r>
          </a:p>
          <a:p>
            <a:pPr>
              <a:defRPr sz="2200"/>
            </a:pPr>
            <a:r>
              <a:t>Menu controls:</a:t>
            </a:r>
          </a:p>
          <a:p>
            <a:pPr>
              <a:defRPr sz="2200"/>
            </a:pPr>
            <a:r>
              <a:t> - ↑ / ↓ : select mode</a:t>
            </a:r>
          </a:p>
          <a:p>
            <a:pPr>
              <a:defRPr sz="2200"/>
            </a:pPr>
            <a:r>
              <a:t> - ENTER : confirm selection</a:t>
            </a:r>
          </a:p>
          <a:p>
            <a:pPr>
              <a:defRPr sz="2200"/>
            </a:pPr>
            <a:r>
              <a:t>Enter username when prompted.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(Optional) Re-Train the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Open train_ai.py in Spyder.</a:t>
            </a:r>
          </a:p>
          <a:p>
            <a:pPr>
              <a:defRPr sz="2200"/>
            </a:pPr>
            <a:r>
              <a:t>Press F5 to regenerate ai_weights.pkl.</a:t>
            </a:r>
          </a:p>
          <a:p>
            <a:pPr>
              <a:defRPr sz="2200"/>
            </a:pPr>
            <a:r>
              <a:t>Training refines the AI’s gameplay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Launch the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Open a NEW Terminal window:</a:t>
            </a:r>
          </a:p>
          <a:p>
            <a:pPr>
              <a:defRPr sz="2200"/>
            </a:pPr>
            <a:r>
              <a:t>    conda activate py310</a:t>
            </a:r>
          </a:p>
          <a:p>
            <a:pPr>
              <a:defRPr sz="2200"/>
            </a:pPr>
            <a:r>
              <a:t>    cd ~/Documents/Python/ai_tetris_project</a:t>
            </a:r>
          </a:p>
          <a:p>
            <a:pPr>
              <a:defRPr sz="2200"/>
            </a:pPr>
            <a:r>
              <a:t>    streamlit run dashboard.py</a:t>
            </a:r>
          </a:p>
          <a:p>
            <a:pPr>
              <a:defRPr sz="2200"/>
            </a:pPr>
            <a:r>
              <a:t>Browser opens → dashboard auto-refreshes with new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305</Words>
  <Application>Microsoft Macintosh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 Tetris Project — Daily Setup Guide</vt:lpstr>
      <vt:lpstr>1. Open a New Terminal</vt:lpstr>
      <vt:lpstr>2. Activate Your Conda Environment</vt:lpstr>
      <vt:lpstr>3. Go to the AI Tetris Project Folder</vt:lpstr>
      <vt:lpstr>4. Launch Spyder FROM py310</vt:lpstr>
      <vt:lpstr>5. Confirm Spyder Uses py310</vt:lpstr>
      <vt:lpstr>6. Run the Tetris Game</vt:lpstr>
      <vt:lpstr>7. (Optional) Re-Train the AI</vt:lpstr>
      <vt:lpstr>8. Launch the Analytics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Tetris Project — Daily Setup Guide</dc:title>
  <dc:subject/>
  <dc:creator/>
  <cp:keywords/>
  <dc:description>generated using python-pptx</dc:description>
  <cp:lastModifiedBy>Dana Perkins Rich</cp:lastModifiedBy>
  <cp:revision>1</cp:revision>
  <dcterms:created xsi:type="dcterms:W3CDTF">2013-01-27T09:14:16Z</dcterms:created>
  <dcterms:modified xsi:type="dcterms:W3CDTF">2025-11-29T01:19:32Z</dcterms:modified>
  <cp:category/>
</cp:coreProperties>
</file>